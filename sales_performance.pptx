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54864" cy="4114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2025年区域销售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评价体系分析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成都电信 · 23个区县 · 五维度综合排名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274320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数据来源：Mike-prepared.xlsx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9144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13232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个区县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71323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大维度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3840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713232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等级划分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数据概览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481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23个区县基本情况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评价体系框架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487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五维度 + 权重设计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评分方法详解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493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Min-Max标准化公式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排名结果总览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498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综合得分与等级分布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问题诊断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1481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六大核心问题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优化建议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487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改进方向与方案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200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068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3493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数据概览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销售区县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54864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34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客户经理总数（人）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54864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1.7万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客户总数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54864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5.4万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规模以上企业总数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651760"/>
            <a:ext cx="54864" cy="13716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2.8亿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2025工业收入（万元）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51760"/>
            <a:ext cx="54864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20.9亿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3093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潜在商机金额（万元）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0D1B2A">
              <a:alpha val="9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074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数据异常：锦江区2025年收入负增长（-27%）；邛崃区数字化签约率167%（超出代表数）；青白江区资源利用得分0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评价体系框架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27632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62763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234440"/>
            <a:ext cx="6400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1234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目标达成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净增收入完成率（20分）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收入增幅（10分）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1051560"/>
            <a:ext cx="1627632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76272" y="1051560"/>
            <a:ext cx="162763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670048" y="1234440"/>
            <a:ext cx="6400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" y="1234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67712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创收效率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67712" y="237744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人均产值（15分）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单位客户收入（10分）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95344" y="1051560"/>
            <a:ext cx="1627632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95344" y="1051560"/>
            <a:ext cx="1627632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1234440"/>
            <a:ext cx="64008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234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86784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市场开拓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86784" y="237744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客户覆盖率（10分）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实际签约率（10分）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14416" y="1051560"/>
            <a:ext cx="1627632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14416" y="1051560"/>
            <a:ext cx="1627632" cy="73152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8192" y="1234440"/>
            <a:ext cx="640080" cy="45720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5" name="Text 23"/>
          <p:cNvSpPr/>
          <p:nvPr/>
        </p:nvSpPr>
        <p:spPr>
          <a:xfrm>
            <a:off x="6108192" y="1234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05856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新业务发展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05856" y="237744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数字化签约金额（8分）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5G+智慧工厂申报（4分）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试点签约率（3分）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33488" y="1051560"/>
            <a:ext cx="1627632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33488" y="1051560"/>
            <a:ext cx="1627632" cy="7315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0" name="Shape 28"/>
          <p:cNvSpPr/>
          <p:nvPr/>
        </p:nvSpPr>
        <p:spPr>
          <a:xfrm>
            <a:off x="7827264" y="1234440"/>
            <a:ext cx="640080" cy="4572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1" name="Text 29"/>
          <p:cNvSpPr/>
          <p:nvPr/>
        </p:nvSpPr>
        <p:spPr>
          <a:xfrm>
            <a:off x="7827264" y="1234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24928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资源利用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24928" y="2377440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基于客户经理配置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与客户规模匹配度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综合得分 = 目标达成×0.3 + 创收效率×0.25 + 市场开拓×0.2 + 新业务发展×0.15 + 资源利用×0.1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评分方法详解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 Min-Max 标准化方法，将所有指标映射到 0-100 分制：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标准化得分 = [(X - MIN) / (MAX - MIN)] × 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64008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目标达成得分 (AD列)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194560"/>
            <a:ext cx="7772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1945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 30%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净增收入完成率（P列）权重 20/30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收入增幅（O列）权重 10/30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0312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创收效率得分 (AE列)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2194560"/>
            <a:ext cx="7772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1945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 25%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5786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人均产值（I列）权重 15/25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单位客户收入（H列）权重 10/25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0440"/>
            <a:ext cx="64008" cy="1280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市场开拓得分 (AF列)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3611880"/>
            <a:ext cx="77724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6118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 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959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客户覆盖率（AA列=1-F列）权重 10/20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实际签约率（S列）权重 10/20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20440"/>
            <a:ext cx="64008" cy="128016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新业务发展得分 (AG列)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55280" y="3611880"/>
            <a:ext cx="777240" cy="32004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36118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 15%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9959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数字化签约金额（Y列）权重 8/15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5G+智慧工厂申报数（AC列）权重 4/15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试点签约率（AB列）权重 3/15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排名结果总览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区县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综合得分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目标达成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创收效率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市场开拓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新业务发展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资源利用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A-优秀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温江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A-优秀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A-优秀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邛崃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A-优秀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天府新区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A-优秀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蒲江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B-良好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东部新区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B-良好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B-良好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青羊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B-良好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崇州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B-良好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青白江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C-达标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C-达标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C-达标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简阳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C-达标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武侯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C-达标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郫都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C-达标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D-待改进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彭州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D-待改进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D-待改进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D-待改进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龙泉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E-警告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都江堰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E-警告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锦江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E-警告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关键发现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🥇 金牛区 — 综合第一（69.7分）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创收效率满分100：人均产值352万，远超第二名（高新238万）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市场开拓得分88.4：签约率1.67%，客户覆盖率达94.5%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体量中等（11名客户经理，1040家客户），人效管理出色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🌟 温江区 — 目标达成突出（87.4分）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净增收入完成率129%：超额完成年度目标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数字化转型新业务最强：签约金额1101万，签约率85.7%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短板：人均产值仅179万（倒数第4），人效有待提升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40233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锦江区 — 垫底警示（综合20.3分）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2025年收入负增长27%，导致目标达成得分为0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新业务发展0分：数字化转型签约金额为0，试点签约数为0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体量最小：仅3名客户经理、167家客户，资源严重不足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40233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高新区 — 体量最大但效率一般（54分）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体量遥遥领先：23名客户经理、4517家客户、22亿+商机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人均产值仅238万（低于金牛），新业务发展仅11.9分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大区病：规模大但人均效率偏低，需提升精细化管理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问题诊断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0" y="1115568"/>
            <a:ext cx="6858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111556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极端值处理缺失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087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锦江负增长-27%、温江增长62%，Min-Max标准化时被压缩至端点，导致排名失真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0" y="1115568"/>
            <a:ext cx="6858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11556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64608" y="1115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1115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资源利用得分公式缺失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5087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AH列（资源利用得分）未发现Excel公式，评分逻辑不透明，影响结果公信力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2441448"/>
            <a:ext cx="68580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44144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2441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441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等级分档过于机械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28346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仅按排名数量分档（5/5/6/4/3），天府(49.4)与蒲江(48.4)仅差1分却分属A/B档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2441448"/>
            <a:ext cx="68580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244144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2441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2441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区域规模差异未分层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28346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高新区4517客户 vs 锦江167客户，体量差异27倍，小区域天然处于劣势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49040" y="3767328"/>
            <a:ext cx="685800" cy="3200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376732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37673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767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重要指标未纳入评价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" y="41605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商机储备金额（R列）和意向客户数（Q列）已收集但未进入评分体系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0" y="3767328"/>
            <a:ext cx="685800" cy="3200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376732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64608" y="37673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3767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签约率口径存疑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64608" y="41605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金牛167%、天府135%等签约率超过100%，数据逻辑与统计口径需核实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优化建议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124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极端值 Winsorize 处理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对负值设定保底分（如最低10分）；对超过P95的异常高值做缩尾处理，避免拉偏标准化曲线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64008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496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补充资源利用得分公式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建议基于「人均服务客户数(J)」和「客户经理数占比」构建透明计算公式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867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改为绝对值分档标准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按综合得分绝对值划分等级：A≥50 / B≥40 / C≥30 / D≥20 / E&lt;20，而非按排名数量分档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60120"/>
            <a:ext cx="64008" cy="123444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1143000"/>
            <a:ext cx="457200" cy="457200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1124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引入区域分层评价机制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按客户经理数量将23个区县分为大/中/小三组，组内分别排名，让不同规模区域公平竞争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3317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331720"/>
            <a:ext cx="64008" cy="12344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51460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2120" y="2496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纳入商机储备指标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2971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在市场开拓维度中加入「潜在商机金额(R列)」作为加分项，权重建议2-3分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703320"/>
            <a:ext cx="64008" cy="1234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388620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32120" y="3867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核实签约率统计口径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4343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明确签约率计算方式（签约金额/商机金额？签约数/意向客户数？），对超过100%的情况进行标注或封顶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金牛、温江、高新、邛崃、天府新区获评 A-优秀（共5个区域），构成第一梯队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299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蒲江、东部新区、大邑、青羊、崇州为 B-良好，共5个区域，整体表现稳健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4572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77977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青白江至郫都共6个区域为 C-达标，有较大提升空间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45720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D+E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52958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新津、彭州、新都、成华、龙泉、都江堰、锦江（共7个）落入 D-E 警示区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074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优先行动：补充资源利用得分公式（高优先级）→ 引入分层评价机制 → 纳入商机储备指标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2025年成都电信区域销售评价体系分析</dc:title>
  <dc:subject>PptxGenJS Presentation</dc:subject>
  <dc:creator>WorkBuddy</dc:creator>
  <cp:lastModifiedBy>WorkBuddy</cp:lastModifiedBy>
  <cp:revision>1</cp:revision>
  <dcterms:created xsi:type="dcterms:W3CDTF">2026-03-26T14:29:59Z</dcterms:created>
  <dcterms:modified xsi:type="dcterms:W3CDTF">2026-03-26T14:29:59Z</dcterms:modified>
</cp:coreProperties>
</file>